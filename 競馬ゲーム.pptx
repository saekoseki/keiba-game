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6" d="100"/>
          <a:sy n="96" d="100"/>
        </p:scale>
        <p:origin x="150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3496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11</Words>
  <Application>Microsoft Office PowerPoint</Application>
  <PresentationFormat>ワイド画面</PresentationFormat>
  <Paragraphs>11</Paragraphs>
  <Slides>11</Slides>
  <Notes>11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11</vt:i4>
      </vt:variant>
    </vt:vector>
  </HeadingPairs>
  <TitlesOfParts>
    <vt:vector size="13" baseType="lpstr"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🐎 競馬ゲーム 🏁</dc:title>
  <dc:subject>PptxGenJS Presentation</dc:subject>
  <dc:creator>Created by Marp</dc:creator>
  <cp:lastModifiedBy>Saeko Seki</cp:lastModifiedBy>
  <cp:revision>2</cp:revision>
  <dcterms:created xsi:type="dcterms:W3CDTF">2026-06-23T13:06:05Z</dcterms:created>
  <dcterms:modified xsi:type="dcterms:W3CDTF">2026-06-23T13:09:56Z</dcterms:modified>
</cp:coreProperties>
</file>